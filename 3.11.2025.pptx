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6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9" Type="http://schemas.openxmlformats.org/officeDocument/2006/relationships/tableStyles" Target="tableStyles.xml"/>  <Relationship Id="rId8" Type="http://schemas.openxmlformats.org/officeDocument/2006/relationships/theme" Target="theme/theme1.xml"/>  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550895" y="0"/>
            <a:ext cx="308385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550895" y="0"/>
            <a:ext cx="308385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550895" y="0"/>
            <a:ext cx="308385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550895" y="0"/>
            <a:ext cx="308385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